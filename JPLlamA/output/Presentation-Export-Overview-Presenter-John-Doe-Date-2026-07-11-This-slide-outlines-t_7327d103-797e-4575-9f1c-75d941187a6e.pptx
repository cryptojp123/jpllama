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export process, highlighting data integrity, formatting maintenance, and support for multiple file formats to ensure seamless integration with external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1752600"/>
            <a:ext cx="4876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fd9ce0aa-d512-411a-8079-fa138bca88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924050"/>
            <a:ext cx="5067300" cy="11430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Export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3295650"/>
            <a:ext cx="7620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3562350"/>
            <a:ext cx="5067300" cy="1066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99200"/>
              </a:lnSpc>
              <a:defRPr i="0" sz="1350" b="0">
                <a:solidFill>
                  <a:srgbClr val="4B5563"/>
                </a:solidFill>
                <a:latin typeface="Poppins"/>
              </a:defRPr>
            </a:pPr>
            <a:r>
              <a:rPr i="0" sz="1350" b="0">
                <a:solidFill>
                  <a:srgbClr val="4B5563"/>
                </a:solidFill>
                <a:latin typeface="Poppins"/>
              </a:rPr>
              <a:t>The export ensures data integrity, maintains formatting, and supports multiple file formats for seamless integration with external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