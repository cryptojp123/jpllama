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DP World SSL Terms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stored DP World Documentation Centre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**SSL Terms Overview**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SSL as a protocol for secure data transmission.</a:t>
            </a:r>
          </a:p>
          <a:p>
            <a:pPr/>
            <a:r>
              <a:t>Outlines compliance requirements for encryption standards (e.g., TLS 1.2+).</a:t>
            </a:r>
          </a:p>
          <a:p>
            <a:pPr/>
            <a:r>
              <a:t>Specifies data protection obligations for sensitive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**JPLlama’s Storage Mechanism**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SSL data using encrypted databases compliant with DP World’s security policies.</a:t>
            </a:r>
          </a:p>
          <a:p>
            <a:pPr/>
            <a:r>
              <a:t>Implements access controls to restrict unauthorized access to SSL-related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**Memory &amp; Retention Policies**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Retains SSL records for the duration mandated by legal or contractual obligations.</a:t>
            </a:r>
          </a:p>
          <a:p>
            <a:pPr/>
            <a:r>
              <a:t>Uses automated systems to archive or delete data post-retention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**Compliance &amp; Security**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JPLlama ensures SSL data aligns with DP World’s Terms &amp; Conditions.</a:t>
            </a:r>
          </a:p>
          <a:p>
            <a:pPr/>
            <a:r>
              <a:t>Regular audits verify adherence to encryption, storage, and retention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