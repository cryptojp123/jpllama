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key aspects of exporting data efficiently. Highlight the image of the data export process, then discuss the steps in the text stack. Emphasize automation, validation, security, and compliance. Mention the presenter's role and the importance of data export practices for organizational efficiency.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981200"/>
            <a:ext cx="4876800" cy="3048000"/>
          </a:xfrm>
          <a:prstGeom prst="roundRect">
            <a:avLst>
              <a:gd name="adj" fmla="val 4375"/>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b5faec5c-ef49-4d99-804f-0a055ead353c.png"/>
          <p:cNvPicPr>
            <a:picLocks noChangeAspect="1"/>
          </p:cNvPicPr>
          <p:nvPr/>
        </p:nvPicPr>
        <p:blipFill>
          <a:blip r:embed="rId3"/>
          <a:stretch>
            <a:fillRect/>
          </a:stretch>
        </p:blipFill>
        <p:spPr>
          <a:xfrm>
            <a:off x="838200" y="1981200"/>
            <a:ext cx="4876800" cy="3048000"/>
          </a:xfrm>
          <a:prstGeom prst="rect">
            <a:avLst/>
          </a:prstGeom>
        </p:spPr>
      </p:pic>
      <p:sp>
        <p:nvSpPr>
          <p:cNvPr id="4" name="TextBox 3"/>
          <p:cNvSpPr txBox="1"/>
          <p:nvPr/>
        </p:nvSpPr>
        <p:spPr>
          <a:xfrm>
            <a:off x="6400800" y="1552575"/>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Exporting Data</a:t>
            </a:r>
          </a:p>
        </p:txBody>
      </p:sp>
      <p:sp>
        <p:nvSpPr>
          <p:cNvPr id="5" name="Rectangle 4"/>
          <p:cNvSpPr/>
          <p:nvPr/>
        </p:nvSpPr>
        <p:spPr>
          <a:xfrm>
            <a:off x="6400800" y="2924175"/>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190875"/>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slide outlines key steps in exporting data efficiently, focusing on automation, validation, and security. Topics include selecting tools, optimizing formats, and ensuring compliance. By following these,</a:t>
            </a:r>
          </a:p>
        </p:txBody>
      </p:sp>
      <p:sp>
        <p:nvSpPr>
          <p:cNvPr id="7" name="Rounded Rectangle 6"/>
          <p:cNvSpPr/>
          <p:nvPr/>
        </p:nvSpPr>
        <p:spPr>
          <a:xfrm>
            <a:off x="6400800" y="4486275"/>
            <a:ext cx="5029200" cy="971550"/>
          </a:xfrm>
          <a:prstGeom prst="roundRect">
            <a:avLst>
              <a:gd name="adj" fmla="val 5882"/>
            </a:avLst>
          </a:prstGeom>
          <a:solidFill>
            <a:srgbClr val="FFFFFF"/>
          </a:solidFill>
          <a:ln w="9525">
            <a:solidFill>
              <a:srgbClr val="E5E7EB"/>
            </a:solidFill>
          </a:ln>
          <a:effectLst>
            <a:outerShdw blurRad="19050" dir="5400000" dist="9525"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6638925" y="4743450"/>
            <a:ext cx="457200" cy="457200"/>
          </a:xfrm>
          <a:prstGeom prst="roundRect">
            <a:avLst>
              <a:gd name="adj" fmla="val 1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6767958" y="4857750"/>
            <a:ext cx="238125"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200" b="1">
                <a:solidFill>
                  <a:srgbClr val="FFFFFF"/>
                </a:solidFill>
                <a:latin typeface="Poppins"/>
              </a:defRPr>
            </a:pPr>
            <a:r>
              <a:rPr i="0" sz="1200" b="1">
                <a:solidFill>
                  <a:srgbClr val="FFFFFF"/>
                </a:solidFill>
                <a:latin typeface="Poppins"/>
              </a:rPr>
              <a:t>JD</a:t>
            </a:r>
          </a:p>
        </p:txBody>
      </p:sp>
      <p:sp>
        <p:nvSpPr>
          <p:cNvPr id="10" name="TextBox 9"/>
          <p:cNvSpPr txBox="1"/>
          <p:nvPr/>
        </p:nvSpPr>
        <p:spPr>
          <a:xfrm>
            <a:off x="7248525" y="4724400"/>
            <a:ext cx="12573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1">
                <a:solidFill>
                  <a:srgbClr val="111827"/>
                </a:solidFill>
                <a:latin typeface="Poppins"/>
              </a:defRPr>
            </a:pPr>
            <a:r>
              <a:rPr i="0" sz="1500" b="1">
                <a:solidFill>
                  <a:srgbClr val="111827"/>
                </a:solidFill>
                <a:latin typeface="Poppins"/>
              </a:rPr>
              <a:t>Present</a:t>
            </a:r>
          </a:p>
        </p:txBody>
      </p:sp>
      <p:sp>
        <p:nvSpPr>
          <p:cNvPr id="11" name="TextBox 10"/>
          <p:cNvSpPr txBox="1"/>
          <p:nvPr/>
        </p:nvSpPr>
        <p:spPr>
          <a:xfrm>
            <a:off x="7248525" y="4991100"/>
            <a:ext cx="125730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200" b="0">
                <a:solidFill>
                  <a:srgbClr val="4B5563"/>
                </a:solidFill>
                <a:latin typeface="Poppins"/>
              </a:defRPr>
            </a:pPr>
            <a:r>
              <a:rPr i="0" sz="1200" b="0">
                <a:solidFill>
                  <a:srgbClr val="4B5563"/>
                </a:solidFill>
                <a:latin typeface="Poppins"/>
              </a:rPr>
              <a:t>Data Exp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