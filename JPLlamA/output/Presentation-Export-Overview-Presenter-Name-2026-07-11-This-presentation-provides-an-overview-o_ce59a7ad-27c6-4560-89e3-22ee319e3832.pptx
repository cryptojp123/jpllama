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presentation's focus on export processes, highlighting key considerations, best practices, and strategies for ensuring seamless data transfer. It sets the stage for discussing export procedures, compliance, and optimization techniques throughout the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cd7b1bdb-cbc5-4eb1-b89d-bf4a1e3cbd1e.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Export Overview</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covers the export process, key considerations, best practices, and ensures seamless data transfer for efficient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