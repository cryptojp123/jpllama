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Ollama, an open-source platform for large language models. It highlights key features such as model training, deployment, and integration with real-world AI applications. The platform empowers developers and businesses to build scalable solutions for AI-driven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Ollama as an open-source platform for LLMs. It emphasizes its role in empowering developers to create customizable AI applications while highlighting key strengths in accessibility, scalability, and flexibility for diverse use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key features of our solution, highlighting its open-source nature, efficient deployment options, community-driven development, and scalability for enterprise use. These features collectively enhance flexibility, performance, and collaboration, making it an ideal choice for businesses seeking adaptable and robust AI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9812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a8285daf-01c8-4286-b029-31d22fd20d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81200"/>
            <a:ext cx="4876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285875"/>
            <a:ext cx="4044701" cy="1943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Ollama: Open Source LLM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638675"/>
            <a:ext cx="50292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1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3619500"/>
            <a:ext cx="4692699" cy="7715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Ollama is an open-source platform for large language models, offering key features like model training, deployment, and integration with real-world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8525" y="4876800"/>
            <a:ext cx="1304627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1">
                <a:solidFill>
                  <a:srgbClr val="111827"/>
                </a:solidFill>
                <a:latin typeface="Poppins"/>
              </a:defRPr>
            </a:pPr>
            <a:r>
              <a:rPr i="0" sz="1500" b="1">
                <a:solidFill>
                  <a:srgbClr val="111827"/>
                </a:solidFill>
                <a:latin typeface="Poppins"/>
              </a:rPr>
              <a:t>[Your Name]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8925" y="4895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8525" y="5143500"/>
            <a:ext cx="934938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2026-07-07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1233" y="5010150"/>
            <a:ext cx="211484" cy="2286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1">
                <a:solidFill>
                  <a:srgbClr val="FFFFFF"/>
                </a:solidFill>
                <a:latin typeface="Poppins"/>
              </a:defRPr>
            </a:pPr>
            <a:r>
              <a:rPr i="0" sz="1200" b="1">
                <a:solidFill>
                  <a:srgbClr val="FFFFFF"/>
                </a:solidFill>
                <a:latin typeface="Poppins"/>
              </a:rPr>
              <a:t>[N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343275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7953c1e-62df-4b7e-b0be-ce00db7837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" cy="6858000"/>
          </a:xfrm>
          <a:prstGeom prst="rect">
            <a:avLst/>
          </a:prstGeom>
        </p:spPr>
      </p:pic>
      <p:pic>
        <p:nvPicPr>
          <p:cNvPr id="3" name="Picture 2" descr="4de2f587-d86a-4354-bd11-ccea288cf7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38800"/>
            <a:ext cx="1828800" cy="121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981200"/>
            <a:ext cx="36576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bfb2d41b-9ea1-41c7-9aeb-802476c987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981200"/>
            <a:ext cx="3657600" cy="30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14325"/>
            <a:ext cx="5792837" cy="9620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5400" b="1">
                <a:solidFill>
                  <a:srgbClr val="111827"/>
                </a:solidFill>
                <a:latin typeface="Poppins"/>
              </a:defRPr>
            </a:pPr>
            <a:r>
              <a:rPr i="0" sz="5400" b="1">
                <a:solidFill>
                  <a:srgbClr val="111827"/>
                </a:solidFill>
                <a:latin typeface="Poppins"/>
              </a:rPr>
              <a:t>What is Ollama?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2762250"/>
            <a:ext cx="2207269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Open-source platform for large language models (LLMs)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4133850"/>
            <a:ext cx="1516260" cy="1066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Focuses on Accessibility, Scalability, and Flexibility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1100" y="2762250"/>
            <a:ext cx="2152947" cy="5334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Enables Developers to Build AI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622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1500" y="27622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133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013e0f56-3a3b-407a-80bc-44021e4907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1066800"/>
            <a:ext cx="762000" cy="190500"/>
          </a:xfrm>
          <a:prstGeom prst="rect">
            <a:avLst/>
          </a:prstGeom>
        </p:spPr>
      </p:pic>
      <p:pic>
        <p:nvPicPr>
          <p:cNvPr id="14" name="Picture 13" descr="34056ba2-bed3-468f-9480-39eb1503d4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400" y="762000"/>
            <a:ext cx="304800" cy="304800"/>
          </a:xfrm>
          <a:prstGeom prst="rect">
            <a:avLst/>
          </a:prstGeom>
        </p:spPr>
      </p:pic>
      <p:pic>
        <p:nvPicPr>
          <p:cNvPr id="15" name="Picture 14" descr="6ef21fb0-7916-40b2-98d6-60ece32ac75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2879377"/>
            <a:ext cx="228600" cy="228600"/>
          </a:xfrm>
          <a:prstGeom prst="rect">
            <a:avLst/>
          </a:prstGeom>
        </p:spPr>
      </p:pic>
      <p:pic>
        <p:nvPicPr>
          <p:cNvPr id="16" name="Picture 15" descr="d54729a6-e08c-4aa5-8796-fea7a3b9ff3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5800" y="2879377"/>
            <a:ext cx="228600" cy="228600"/>
          </a:xfrm>
          <a:prstGeom prst="rect">
            <a:avLst/>
          </a:prstGeom>
        </p:spPr>
      </p:pic>
      <p:pic>
        <p:nvPicPr>
          <p:cNvPr id="17" name="Picture 16" descr="489d3383-847f-4077-8478-b46d4f0f521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425097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1da069e-b238-4df6-9f89-c6807aa424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50292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"/>
            <a:ext cx="3837384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45468"/>
            <a:ext cx="4794498" cy="51673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Explore the key features that make our solution versatile and powerful for diverse business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4374356"/>
            <a:ext cx="4382690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Optimized for seamless operation in both local and cloud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5574506"/>
            <a:ext cx="4129087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Collaborative ecosystem fostering innovation through shared development efforts.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3174206"/>
            <a:ext cx="3428702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Modify models for specific use cases with full customization flexibility.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0" y="2688431"/>
            <a:ext cx="2896641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Open-source </a:t>
            </a:r>
            <a:r>
              <a:rPr i="0" sz="1500" b="0">
                <a:solidFill>
                  <a:srgbClr val="111827"/>
                </a:solidFill>
                <a:latin typeface="Poppins"/>
              </a:rPr>
              <a:t>&amp;</a:t>
            </a:r>
            <a:r>
              <a:rPr i="0" sz="1500" b="0">
                <a:solidFill>
                  <a:srgbClr val="111827"/>
                </a:solidFill>
                <a:latin typeface="Poppins"/>
              </a:rPr>
              <a:t> Customizable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0" y="3888581"/>
            <a:ext cx="2025253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Efficient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0" y="5088731"/>
            <a:ext cx="1915417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Community-Driven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88431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3888581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5088731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e66f9e6e-2152-43ec-8d43-4915072d9b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95500"/>
            <a:ext cx="228600" cy="228600"/>
          </a:xfrm>
          <a:prstGeom prst="rect">
            <a:avLst/>
          </a:prstGeom>
        </p:spPr>
      </p:pic>
      <p:pic>
        <p:nvPicPr>
          <p:cNvPr id="15" name="Picture 14" descr="6ef21fb0-7916-40b2-98d6-60ece32ac7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805558"/>
            <a:ext cx="228600" cy="228600"/>
          </a:xfrm>
          <a:prstGeom prst="rect">
            <a:avLst/>
          </a:prstGeom>
        </p:spPr>
      </p:pic>
      <p:pic>
        <p:nvPicPr>
          <p:cNvPr id="16" name="Picture 15" descr="d5b4dea5-b0fe-4fb8-9fc6-4a06eb1f29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005708"/>
            <a:ext cx="228600" cy="228600"/>
          </a:xfrm>
          <a:prstGeom prst="rect">
            <a:avLst/>
          </a:prstGeom>
        </p:spPr>
      </p:pic>
      <p:pic>
        <p:nvPicPr>
          <p:cNvPr id="17" name="Picture 16" descr="4cbb9df9-8c18-4286-a976-fa2b668d22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5205858"/>
            <a:ext cx="228600" cy="228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0400" y="3031331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10400" y="4231481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0400" y="5431631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2419350"/>
            <a:ext cx="42672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cbf3daf8-2e50-4c90-a82b-8a339a3eb8d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