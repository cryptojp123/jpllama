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export process, highlighting structured data, retained elements, compatibility, and stakeholder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ea66b0d-00a8-4db8-8889-61042dbaf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457200"/>
            <a:ext cx="7353300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Presentation 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a38a8a6d-e091-4120-9ec6-7f158fbd74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590800"/>
            <a:ext cx="50824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548" y="2667000"/>
            <a:ext cx="4597003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Key Components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4548" y="3086100"/>
            <a:ext cx="4597003" cy="742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The export includes structured data, visual elements, and narrative flow preserved from the original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9739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96" y="2667000"/>
            <a:ext cx="450785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Key Components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3086100"/>
            <a:ext cx="450785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The export includes structured data, visual elements, and narrative flow preserved from the original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33850"/>
            <a:ext cx="612725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9025" y="4210050"/>
            <a:ext cx="449252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Key Components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9025" y="4629150"/>
            <a:ext cx="449252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The export includes structured data, visual elements, and narrative flow preserved from the original content.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133850"/>
            <a:ext cx="645765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465" y="4210050"/>
            <a:ext cx="445948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Key Components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8465" y="4629150"/>
            <a:ext cx="445948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The export includes structured data, visual elements, and narrative flow preserved from the original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