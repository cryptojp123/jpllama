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DP World Switzerland Findings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from stored DP World Documentation Centre knowledge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Switzerland in DP World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specific documents or terms referenced in the provided files directly address Switzerland.</a:t>
            </a:r>
          </a:p>
          <a:p>
            <a:pPr/>
            <a:r>
              <a:t>The DP World Documentation Centre focuses on country-specific terms for countries like Austria, Canada, UAE, and others, but Switzerland is not explicitly mentioned.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JPLlama’s Storage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JPLlama uses a structured database to store document metadata (e.g., titles, categories, sources) and links to local files for quick retrieval.</a:t>
            </a:r>
          </a:p>
          <a:p>
            <a:pPr/>
            <a:r>
              <a:t>Tags and keywords (e.g., “Country-Specific Terms,” “Freight Forwarding”) enable efficient categorization and search.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Retention via Obsidian Vault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JPLlama leverages the Obsidian Vault for persistent storage, syncing document metadata and references across devices.</a:t>
            </a:r>
          </a:p>
          <a:p>
            <a:pPr/>
            <a:r>
              <a:t>Local file paths and cloud links ensure data is preserved even if the original source is removed.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 and Contextual Recall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JPLlama maps document relationships (e.g., “SSL Terms” to “Freight Forwarding”) to maintain contextual memory.</a:t>
            </a:r>
          </a:p>
          <a:p>
            <a:pPr/>
            <a:r>
              <a:t>Users can access stored knowledge via search or filters, ensuring relevance to specific queries like Switzerland (if data existed).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