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title slide establishes the presentation's foundation by displaying core metadata and outlining the content's structural approach to meet specified formatting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752600"/>
            <a:ext cx="4876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e84564d9-d23d-4559-a9cd-932640b4d1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52600"/>
            <a:ext cx="48768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924050"/>
            <a:ext cx="5067300" cy="1143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64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3295650"/>
            <a:ext cx="7620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3562350"/>
            <a:ext cx="5067300" cy="1066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99200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This slide presents essential metadata including presenter name, date, and overview of content structure while maintaining professional formatting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