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the API probe's role in validating the full pipeline workflow. Emphasize the technical demonstration aspect and pipeline validation objectives. Keep explanation concise to maintain slide brevity.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the four-phase pipeline validation process. Each stage—from data creation to system export—is rigorously tested for accuracy, efficiency, and compliance. The workflow ensures seamless integration while maintaining technical standards across all system interactions.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838200" y="1752600"/>
            <a:ext cx="4876800" cy="3048000"/>
          </a:xfrm>
          <a:prstGeom prst="roundRect">
            <a:avLst>
              <a:gd name="adj" fmla="val 5000"/>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0c32c4c2-b149-4781-a4aa-590dcf649554.png"/>
          <p:cNvPicPr>
            <a:picLocks noChangeAspect="1"/>
          </p:cNvPicPr>
          <p:nvPr/>
        </p:nvPicPr>
        <p:blipFill>
          <a:blip r:embed="rId3"/>
          <a:stretch>
            <a:fillRect/>
          </a:stretch>
        </p:blipFill>
        <p:spPr>
          <a:xfrm>
            <a:off x="838200" y="1752600"/>
            <a:ext cx="4876800" cy="3048000"/>
          </a:xfrm>
          <a:prstGeom prst="rect">
            <a:avLst/>
          </a:prstGeom>
        </p:spPr>
      </p:pic>
      <p:sp>
        <p:nvSpPr>
          <p:cNvPr id="4" name="TextBox 3"/>
          <p:cNvSpPr txBox="1"/>
          <p:nvPr/>
        </p:nvSpPr>
        <p:spPr>
          <a:xfrm>
            <a:off x="6400800" y="1924050"/>
            <a:ext cx="506730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Hello fromDirect</a:t>
            </a:r>
          </a:p>
        </p:txBody>
      </p:sp>
      <p:sp>
        <p:nvSpPr>
          <p:cNvPr id="5" name="Rectangle 4"/>
          <p:cNvSpPr/>
          <p:nvPr/>
        </p:nvSpPr>
        <p:spPr>
          <a:xfrm>
            <a:off x="6400800" y="3295650"/>
            <a:ext cx="7620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400800" y="3562350"/>
            <a:ext cx="5067300" cy="1066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4B5563"/>
                </a:solidFill>
                <a:latin typeface="Poppins"/>
              </a:defRPr>
            </a:pPr>
            <a:r>
              <a:rPr i="0" sz="1350" b="0">
                <a:solidFill>
                  <a:srgbClr val="4B5563"/>
                </a:solidFill>
                <a:latin typeface="Poppins"/>
              </a:rPr>
              <a:t>This presentation validates the Create-</a:t>
            </a:r>
            <a:r>
              <a:rPr i="0" sz="1350" b="0">
                <a:solidFill>
                  <a:srgbClr val="4B5563"/>
                </a:solidFill>
                <a:latin typeface="Poppins"/>
              </a:rPr>
              <a:t>&gt;</a:t>
            </a:r>
            <a:r>
              <a:rPr i="0" sz="1350" b="0">
                <a:solidFill>
                  <a:srgbClr val="4B5563"/>
                </a:solidFill>
                <a:latin typeface="Poppins"/>
              </a:rPr>
              <a:t>Prepare-</a:t>
            </a:r>
            <a:r>
              <a:rPr i="0" sz="1350" b="0">
                <a:solidFill>
                  <a:srgbClr val="4B5563"/>
                </a:solidFill>
                <a:latin typeface="Poppins"/>
              </a:rPr>
              <a:t>&gt;</a:t>
            </a:r>
            <a:r>
              <a:rPr i="0" sz="1350" b="0">
                <a:solidFill>
                  <a:srgbClr val="4B5563"/>
                </a:solidFill>
                <a:latin typeface="Poppins"/>
              </a:rPr>
              <a:t>Generate-</a:t>
            </a:r>
            <a:r>
              <a:rPr i="0" sz="1350" b="0">
                <a:solidFill>
                  <a:srgbClr val="4B5563"/>
                </a:solidFill>
                <a:latin typeface="Poppins"/>
              </a:rPr>
              <a:t>&gt;</a:t>
            </a:r>
            <a:r>
              <a:rPr i="0" sz="1350" b="0">
                <a:solidFill>
                  <a:srgbClr val="4B5563"/>
                </a:solidFill>
                <a:latin typeface="Poppins"/>
              </a:rPr>
              <a:t>Export pipeline workflow through API probe engagement, setting stage for technical demonstrations and workflow validation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Picture 1" descr="6c3aed80-8024-4b5b-85f4-a1c51d701489.png"/>
          <p:cNvPicPr>
            <a:picLocks noChangeAspect="1"/>
          </p:cNvPicPr>
          <p:nvPr/>
        </p:nvPicPr>
        <p:blipFill>
          <a:blip r:embed="rId3"/>
          <a:stretch>
            <a:fillRect/>
          </a:stretch>
        </p:blipFill>
        <p:spPr>
          <a:xfrm>
            <a:off x="0" y="6096000"/>
            <a:ext cx="12192000" cy="762000"/>
          </a:xfrm>
          <a:prstGeom prst="rect">
            <a:avLst/>
          </a:prstGeom>
        </p:spPr>
      </p:pic>
      <p:sp>
        <p:nvSpPr>
          <p:cNvPr id="3" name="TextBox 2"/>
          <p:cNvSpPr txBox="1"/>
          <p:nvPr/>
        </p:nvSpPr>
        <p:spPr>
          <a:xfrm>
            <a:off x="762000" y="457200"/>
            <a:ext cx="735330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Pipeline Valid</a:t>
            </a:r>
          </a:p>
        </p:txBody>
      </p:sp>
      <p:sp>
        <p:nvSpPr>
          <p:cNvPr id="4" name="Rectangle 3"/>
          <p:cNvSpPr/>
          <p:nvPr/>
        </p:nvSpPr>
        <p:spPr>
          <a:xfrm>
            <a:off x="762000" y="1181100"/>
            <a:ext cx="9144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5" name="Picture 4" descr="a7fcab38-daea-4345-b0a7-60b6860eff30.png"/>
          <p:cNvPicPr>
            <a:picLocks noChangeAspect="1"/>
          </p:cNvPicPr>
          <p:nvPr/>
        </p:nvPicPr>
        <p:blipFill>
          <a:blip r:embed="rId4"/>
          <a:stretch>
            <a:fillRect/>
          </a:stretch>
        </p:blipFill>
        <p:spPr>
          <a:xfrm>
            <a:off x="8382000" y="457200"/>
            <a:ext cx="3048000" cy="1828800"/>
          </a:xfrm>
          <a:prstGeom prst="rect">
            <a:avLst/>
          </a:prstGeom>
        </p:spPr>
      </p:pic>
      <p:sp>
        <p:nvSpPr>
          <p:cNvPr id="6" name="TextBox 5"/>
          <p:cNvSpPr txBox="1"/>
          <p:nvPr/>
        </p:nvSpPr>
        <p:spPr>
          <a:xfrm>
            <a:off x="762000" y="2590800"/>
            <a:ext cx="50824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7" name="TextBox 6"/>
          <p:cNvSpPr txBox="1"/>
          <p:nvPr/>
        </p:nvSpPr>
        <p:spPr>
          <a:xfrm>
            <a:off x="1384548" y="2667000"/>
            <a:ext cx="4597003"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Create Data</a:t>
            </a:r>
          </a:p>
        </p:txBody>
      </p:sp>
      <p:sp>
        <p:nvSpPr>
          <p:cNvPr id="8" name="TextBox 7"/>
          <p:cNvSpPr txBox="1"/>
          <p:nvPr/>
        </p:nvSpPr>
        <p:spPr>
          <a:xfrm>
            <a:off x="1384548" y="3086100"/>
            <a:ext cx="4597003" cy="7429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Establishes data sources, ensuring accuracy and compliance with system standards</a:t>
            </a:r>
          </a:p>
        </p:txBody>
      </p:sp>
      <p:sp>
        <p:nvSpPr>
          <p:cNvPr id="9" name="TextBox 8"/>
          <p:cNvSpPr txBox="1"/>
          <p:nvPr/>
        </p:nvSpPr>
        <p:spPr>
          <a:xfrm>
            <a:off x="6248400" y="2590800"/>
            <a:ext cx="597396"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0" name="TextBox 9"/>
          <p:cNvSpPr txBox="1"/>
          <p:nvPr/>
        </p:nvSpPr>
        <p:spPr>
          <a:xfrm>
            <a:off x="6960096" y="2667000"/>
            <a:ext cx="450785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Create Data</a:t>
            </a:r>
          </a:p>
        </p:txBody>
      </p:sp>
      <p:sp>
        <p:nvSpPr>
          <p:cNvPr id="11" name="TextBox 10"/>
          <p:cNvSpPr txBox="1"/>
          <p:nvPr/>
        </p:nvSpPr>
        <p:spPr>
          <a:xfrm>
            <a:off x="6960096" y="3086100"/>
            <a:ext cx="450785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Establishes data sources, ensuring accuracy and compliance with system standards</a:t>
            </a:r>
          </a:p>
        </p:txBody>
      </p:sp>
      <p:sp>
        <p:nvSpPr>
          <p:cNvPr id="12" name="TextBox 11"/>
          <p:cNvSpPr txBox="1"/>
          <p:nvPr/>
        </p:nvSpPr>
        <p:spPr>
          <a:xfrm>
            <a:off x="762000" y="4133850"/>
            <a:ext cx="612725"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3" name="TextBox 12"/>
          <p:cNvSpPr txBox="1"/>
          <p:nvPr/>
        </p:nvSpPr>
        <p:spPr>
          <a:xfrm>
            <a:off x="1489025" y="4210050"/>
            <a:ext cx="449252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Create Data</a:t>
            </a:r>
          </a:p>
        </p:txBody>
      </p:sp>
      <p:sp>
        <p:nvSpPr>
          <p:cNvPr id="14" name="TextBox 13"/>
          <p:cNvSpPr txBox="1"/>
          <p:nvPr/>
        </p:nvSpPr>
        <p:spPr>
          <a:xfrm>
            <a:off x="1489025" y="4629150"/>
            <a:ext cx="449252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Establishes data sources, ensuring accuracy and compliance with system standards</a:t>
            </a:r>
          </a:p>
        </p:txBody>
      </p:sp>
      <p:sp>
        <p:nvSpPr>
          <p:cNvPr id="15" name="TextBox 14"/>
          <p:cNvSpPr txBox="1"/>
          <p:nvPr/>
        </p:nvSpPr>
        <p:spPr>
          <a:xfrm>
            <a:off x="6248400" y="4133850"/>
            <a:ext cx="645765"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6" name="TextBox 15"/>
          <p:cNvSpPr txBox="1"/>
          <p:nvPr/>
        </p:nvSpPr>
        <p:spPr>
          <a:xfrm>
            <a:off x="7008465" y="4210050"/>
            <a:ext cx="445948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Create Data</a:t>
            </a:r>
          </a:p>
        </p:txBody>
      </p:sp>
      <p:sp>
        <p:nvSpPr>
          <p:cNvPr id="17" name="TextBox 16"/>
          <p:cNvSpPr txBox="1"/>
          <p:nvPr/>
        </p:nvSpPr>
        <p:spPr>
          <a:xfrm>
            <a:off x="7008465" y="4629150"/>
            <a:ext cx="445948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Establishes data sources, ensuring accuracy and compliance with system standards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