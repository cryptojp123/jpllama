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explains presentation export processes emphasizing file format selection, compatibility testing, validation tools, and content preservation techniques to ensure successful exports while maintaining quality and integrity across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d0df671-a0b7-4ef4-b4d9-120b9e3daa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457200"/>
            <a:ext cx="7353300" cy="5715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181100"/>
            <a:ext cx="91440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cceaee64-bd19-4869-8fb8-47e924678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590800"/>
            <a:ext cx="508248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4548" y="2667000"/>
            <a:ext cx="4597003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5600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Exporting Fundam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4548" y="3086100"/>
            <a:ext cx="4597003" cy="7429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This slide outlines key steps for exporting presentations including file format selection, compatibility checks, validation,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590800"/>
            <a:ext cx="597396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096" y="2667000"/>
            <a:ext cx="4507855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5600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Exporting Fundam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096" y="3086100"/>
            <a:ext cx="4507855" cy="4953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This slide outlines key steps for exporting presentations including file format selection, compatibility checks, validation,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33850"/>
            <a:ext cx="612725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9025" y="4210050"/>
            <a:ext cx="4492525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5600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Exporting Fundam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9025" y="4629150"/>
            <a:ext cx="4492525" cy="4953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This slide outlines key steps for exporting presentations including file format selection, compatibility checks, validation,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133850"/>
            <a:ext cx="645765" cy="4572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64000"/>
              </a:lnSpc>
              <a:defRPr i="0" sz="3600" b="1">
                <a:solidFill>
                  <a:srgbClr val="111827"/>
                </a:solidFill>
                <a:latin typeface="Poppins"/>
              </a:defRPr>
            </a:pPr>
            <a:r>
              <a:rPr i="0" sz="3600" b="1">
                <a:solidFill>
                  <a:srgbClr val="111827"/>
                </a:solidFill>
                <a:latin typeface="Poppi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465" y="4210050"/>
            <a:ext cx="4459485" cy="3048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5600"/>
              </a:lnSpc>
              <a:defRPr i="0" sz="1800" b="1">
                <a:solidFill>
                  <a:srgbClr val="111827"/>
                </a:solidFill>
                <a:latin typeface="Poppins"/>
              </a:defRPr>
            </a:pPr>
            <a:r>
              <a:rPr i="0" sz="1800" b="1">
                <a:solidFill>
                  <a:srgbClr val="111827"/>
                </a:solidFill>
                <a:latin typeface="Poppins"/>
              </a:rPr>
              <a:t>Exporting Fundam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8465" y="4629150"/>
            <a:ext cx="4459485" cy="4953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This slide outlines key steps for exporting presentations including file format selection, compatibility checks, validation,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