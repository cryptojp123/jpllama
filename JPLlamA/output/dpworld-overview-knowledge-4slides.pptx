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DP World Documentation Centre Overview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 from stored DP World Documentation Centre knowledge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**Overview of DP World Document Center**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Central repository for **country-specific terms &amp; conditions** (e.g., Austria, Canada, UAE).</a:t>
            </a:r>
          </a:p>
          <a:p>
            <a:pPr/>
            <a:r>
              <a:t>Includes **standard terms** for freight forwarding, logistics, and SSL agreements.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**Key Document Types &amp; Scope**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Standard Terms &amp; Conditions**: General rules for freight forwarding and logistics services.</a:t>
            </a:r>
          </a:p>
          <a:p>
            <a:pPr/>
            <a:r>
              <a:t>Country-Specific Terms**: Tailored agreements (e.g., Austrian A&amp;Ouml;Sp, Canadian logistics terms).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**How JPLlama Stores Document Data**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Structured categorization**: Documents are tagged by **country**, **service type**, and **document category** (e.g., "SSL Terms").</a:t>
            </a:r>
          </a:p>
          <a:p>
            <a:pPr/>
            <a:r>
              <a:t>Local storage**: Files are saved in a hierarchical folder system (e.g., `/DP World/Canada/Logistics Terms`).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**How JPLlama Remembers &amp; Retrieves Data**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Indexing**: Metadata (e.g., country, document title) is indexed for quick search.</a:t>
            </a:r>
          </a:p>
          <a:p>
            <a:pPr/>
            <a:r>
              <a:t>Contextual recall**: Retrieves relevant terms based on user queries or project-specific filters (e.g., "Austrian freight conditions").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