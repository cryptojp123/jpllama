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introduces Ollama's open-source framework for deploying large language models. It highlights key features such as ease of use, scalability, and integration capabilities. Real-world applications include natural language processing, chatbots, and data analysis. The framework is designed to empower developers and organizations to build and deploy AI models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highlights Ollama's key advantages: local deployment flexibility, significant resource savings, and open-source collaboration. These features make it ideal for organizations seeking efficient, scalable AI solutions without cloud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Ollama is reshaping enterprise AI adoption by enabling healthcare diagnostics, financial analysis, and customer service chatbots. Organizations report 30% faster deployment and 50% lower costs, with 100K+ downloads underscoring its accessibility and flexibility.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1981200"/>
            <a:ext cx="48768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e1442d63-9785-4464-bc2d-53db23bb87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81200"/>
            <a:ext cx="48768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571625"/>
            <a:ext cx="4978598" cy="13716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Ollama: AI Model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4352925"/>
            <a:ext cx="50292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19050" dir="5400000" dist="9525" rotWithShape="0">
              <a:srgbClr val="000000">
                <a:alpha val="51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3333750"/>
            <a:ext cx="4725888" cy="7715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0">
                <a:solidFill>
                  <a:srgbClr val="4B5563"/>
                </a:solidFill>
                <a:latin typeface="Poppins"/>
              </a:rPr>
              <a:t>Explore Ollama's open-source framework for deploying large language models, highlighting key features and real-world applications.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48525" y="4591050"/>
            <a:ext cx="1304627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1">
                <a:solidFill>
                  <a:srgbClr val="111827"/>
                </a:solidFill>
                <a:latin typeface="Poppins"/>
              </a:defRPr>
            </a:pPr>
            <a:r>
              <a:rPr i="0" sz="1500" b="1">
                <a:solidFill>
                  <a:srgbClr val="111827"/>
                </a:solidFill>
                <a:latin typeface="Poppins"/>
              </a:rPr>
              <a:t>[Your Name]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38925" y="46101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48525" y="4857750"/>
            <a:ext cx="934938" cy="21907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2026-07-07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1233" y="4724400"/>
            <a:ext cx="211484" cy="2286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i="0" sz="1200" b="1">
                <a:solidFill>
                  <a:srgbClr val="FFFFFF"/>
                </a:solidFill>
                <a:latin typeface="Poppins"/>
              </a:defRPr>
            </a:pPr>
            <a:r>
              <a:rPr i="0" sz="1200" b="1">
                <a:solidFill>
                  <a:srgbClr val="FFFFFF"/>
                </a:solidFill>
                <a:latin typeface="Poppins"/>
              </a:rPr>
              <a:t>[N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057525"/>
            <a:ext cx="7620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dc1ed1-ebd0-414f-b752-28fec84c60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333500"/>
            <a:ext cx="5029200" cy="5219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342900"/>
            <a:ext cx="7101780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Core Features of Ollama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706165"/>
            <a:ext cx="4559498" cy="79533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0">
                <a:solidFill>
                  <a:srgbClr val="4B5563"/>
                </a:solidFill>
                <a:latin typeface="Poppins"/>
              </a:rPr>
              <a:t>Ollama offers efficient model deployment and open-source innovation for enhanced performance and community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10400" y="3313509"/>
            <a:ext cx="4276278" cy="4667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Deploy Llama 2 and Llama 3 models effortlessly on local hardware for immediate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400" y="5713809"/>
            <a:ext cx="4162276" cy="4667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Community-driven development accelerates iteration and customization of AI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400" y="4513659"/>
            <a:ext cx="3777704" cy="46672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40% lower resource demands compared to cloud solutions for faster, cost-effective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400" y="5228034"/>
            <a:ext cx="2414289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Open-Source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0400" y="2827734"/>
            <a:ext cx="2195066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Seamless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0400" y="4027884"/>
            <a:ext cx="1891307" cy="2667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i="0" sz="1500" b="0">
                <a:solidFill>
                  <a:srgbClr val="111827"/>
                </a:solidFill>
                <a:latin typeface="Poppins"/>
              </a:defRPr>
            </a:pPr>
            <a:r>
              <a:rPr i="0" sz="1500" b="0">
                <a:solidFill>
                  <a:srgbClr val="111827"/>
                </a:solidFill>
                <a:latin typeface="Poppins"/>
              </a:rPr>
              <a:t>Resource Efficiency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827734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4027884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5228034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57150" dir="5400000" dist="3810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4" name="Picture 13" descr="e78d244f-87f7-4968-a91e-c71ac0ab38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095500"/>
            <a:ext cx="228600" cy="228600"/>
          </a:xfrm>
          <a:prstGeom prst="rect">
            <a:avLst/>
          </a:prstGeom>
        </p:spPr>
      </p:pic>
      <p:pic>
        <p:nvPicPr>
          <p:cNvPr id="15" name="Picture 14" descr="04b5ae8e-4f1b-4814-bae0-45b8437610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2944862"/>
            <a:ext cx="228600" cy="228600"/>
          </a:xfrm>
          <a:prstGeom prst="rect">
            <a:avLst/>
          </a:prstGeom>
        </p:spPr>
      </p:pic>
      <p:pic>
        <p:nvPicPr>
          <p:cNvPr id="16" name="Picture 15" descr="ef7eb4af-21c6-4e4f-83c4-f0f3e9da43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4145012"/>
            <a:ext cx="228600" cy="228600"/>
          </a:xfrm>
          <a:prstGeom prst="rect">
            <a:avLst/>
          </a:prstGeom>
        </p:spPr>
      </p:pic>
      <p:pic>
        <p:nvPicPr>
          <p:cNvPr id="17" name="Picture 16" descr="ea4d725c-965c-4bfb-8c6a-63f60e74900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5345162"/>
            <a:ext cx="228600" cy="228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010400" y="3170634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10400" y="4370784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10400" y="5570934"/>
            <a:ext cx="457200" cy="1905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43000" y="2419350"/>
            <a:ext cx="42672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11590412-7c52-43ab-93fa-b41d2d875ba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2419350"/>
            <a:ext cx="42672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d4a4b18-a6c4-4fe4-9d1b-5a83e139a0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" cy="6858000"/>
          </a:xfrm>
          <a:prstGeom prst="rect">
            <a:avLst/>
          </a:prstGeom>
        </p:spPr>
      </p:pic>
      <p:pic>
        <p:nvPicPr>
          <p:cNvPr id="3" name="Picture 2" descr="0dbbb0a0-c5cf-4795-99bb-023a1cba14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753600" y="0"/>
            <a:ext cx="24384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78671" y="1657350"/>
            <a:ext cx="5853558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Use Cases </a:t>
            </a:r>
            <a:r>
              <a:rPr i="0" sz="4500" b="1">
                <a:solidFill>
                  <a:srgbClr val="111827"/>
                </a:solidFill>
                <a:latin typeface="Poppins"/>
              </a:rPr>
              <a:t>&amp;</a:t>
            </a:r>
            <a:r>
              <a:rPr i="0" sz="4500" b="1">
                <a:solidFill>
                  <a:srgbClr val="111827"/>
                </a:solidFill>
                <a:latin typeface="Poppins"/>
              </a:rPr>
              <a:t>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3867150"/>
            <a:ext cx="3352800" cy="1143000"/>
          </a:xfrm>
          <a:prstGeom prst="roundRect">
            <a:avLst>
              <a:gd name="adj" fmla="val 6666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190500" bIns="19050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19600" y="3867150"/>
            <a:ext cx="3352800" cy="1143000"/>
          </a:xfrm>
          <a:prstGeom prst="roundRect">
            <a:avLst>
              <a:gd name="adj" fmla="val 6666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190500" bIns="19050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77200" y="3962400"/>
            <a:ext cx="3352800" cy="952500"/>
          </a:xfrm>
          <a:prstGeom prst="roundRect">
            <a:avLst>
              <a:gd name="adj" fmla="val 8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190500" bIns="1905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9219" y="3028950"/>
            <a:ext cx="3097262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80000"/>
              </a:lnSpc>
              <a:defRPr i="0" sz="4500" b="1">
                <a:solidFill>
                  <a:srgbClr val="9333EA"/>
                </a:solidFill>
                <a:latin typeface="Poppins"/>
              </a:defRPr>
            </a:pPr>
            <a:r>
              <a:rPr i="0" sz="4500" b="1">
                <a:solidFill>
                  <a:srgbClr val="9333EA"/>
                </a:solidFill>
                <a:latin typeface="Poppins"/>
              </a:rPr>
              <a:t>30% faster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2658" y="3028950"/>
            <a:ext cx="3005732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80000"/>
              </a:lnSpc>
              <a:defRPr i="0" sz="4500" b="1">
                <a:solidFill>
                  <a:srgbClr val="9333EA"/>
                </a:solidFill>
                <a:latin typeface="Poppins"/>
              </a:defRPr>
            </a:pPr>
            <a:r>
              <a:rPr i="0" sz="4500" b="1">
                <a:solidFill>
                  <a:srgbClr val="9333EA"/>
                </a:solidFill>
                <a:latin typeface="Poppins"/>
              </a:rPr>
              <a:t>50% lower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708" y="4057650"/>
            <a:ext cx="2802284" cy="7620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Organizations achieve 30% faster deployment times using Ollama for healthcare diagnostics, financial analysis, and customer service chatbots.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4073" y="4057650"/>
            <a:ext cx="2742902" cy="7620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Enterprises report 50% lower costs due to Ollama's accessibility and flexibility in critical applications like healthcare and finance.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0293" y="4152900"/>
            <a:ext cx="2925514" cy="5715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With 100K+ downloads, Ollama is reshaping enterprise AI adoption by enabling scalable solutions across key industries.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4861" y="3124200"/>
            <a:ext cx="1736526" cy="8001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80000"/>
              </a:lnSpc>
              <a:defRPr i="0" sz="4500" b="1">
                <a:solidFill>
                  <a:srgbClr val="9333EA"/>
                </a:solidFill>
                <a:latin typeface="Poppins"/>
              </a:defRPr>
            </a:pPr>
            <a:r>
              <a:rPr i="0" sz="4500" b="1">
                <a:solidFill>
                  <a:srgbClr val="9333EA"/>
                </a:solidFill>
                <a:latin typeface="Poppins"/>
              </a:rPr>
              <a:t>100K+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6950" y="2800350"/>
            <a:ext cx="1301799" cy="1905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Deployment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4180" y="2800350"/>
            <a:ext cx="1042689" cy="1905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Cost 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5266" y="2895600"/>
            <a:ext cx="975568" cy="1905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Adoption 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