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the presentation's title, presenter, and date. It sets the context for the topic to be discussed, ensuring clarity and professionalism from the outset.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7526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4f48d722-dc27-4d04-954a-3c1fb59a66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924050"/>
            <a:ext cx="5067300" cy="1143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[Insert Title]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3295650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3562350"/>
            <a:ext cx="5067300" cy="1066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992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This slide introduces the presentation's title, presenter, and date. It sets the context for the topic to be discussed, ensuring clarity and professionalism from the outset.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