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DP World Global Standard Conditions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from stored DP World Documentation Centre knowledge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**Global Standard Conditions in Freight Forwarding**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Liability limits for cargo damage/loss (e.g., $0.50 per pound).</a:t>
            </a:r>
          </a:p>
          <a:p>
            <a:pPr/>
            <a:r>
              <a:t>Payment terms (e.g., pre-shipment, post-shipment, credit terms).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**JPLlama’s Storage Mechanism**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database with tags for service type, region, and term category.</a:t>
            </a:r>
          </a:p>
          <a:p>
            <a:pPr/>
            <a:r>
              <a:t>Version-controlled storage for updates to standard terms.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**JPLlama’s Memory System**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Indexed retrieval via keywords (e.g., "liability," "delivery timelines").</a:t>
            </a:r>
          </a:p>
          <a:p>
            <a:pPr/>
            <a:r>
              <a:t>AI-driven context matching for user-specific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**Integration of DP World Standards**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mapping of global terms to regional compliance requirements.</a:t>
            </a:r>
          </a:p>
          <a:p>
            <a:pPr/>
            <a:r>
              <a:t>Real-time access to updated terms via secure, centralized storage.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